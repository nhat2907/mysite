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9600" b="1" i="0">
                <a:solidFill>
                  <a:srgbClr val="FFD166"/>
                </a:solidFill>
                <a:latin typeface="Georgia"/>
              </a:defRPr>
            </a:pPr>
            <a:r>
              <a:t>20 ·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3200400"/>
            <a:ext cx="1216152" cy="38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4509" y="3383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400" b="0" i="0">
                <a:solidFill>
                  <a:srgbClr val="FFFFFF"/>
                </a:solidFill>
                <a:latin typeface="Georgia"/>
              </a:defRPr>
            </a:pPr>
            <a:r>
              <a:t>Tặng Cô Nga và các bạn nữ lớp 9C3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1">
                <a:solidFill>
                  <a:srgbClr val="FFE9B8"/>
                </a:solidFill>
                <a:latin typeface="Calibri"/>
              </a:defRPr>
            </a:pPr>
            <a:r>
              <a:t>Nhân ngày Phụ nữ Việt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0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A9AB0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MADE BY NHATHOANG WITH ❤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9A9AB0"/>
                </a:solidFill>
                <a:latin typeface="Calibri"/>
              </a:defRPr>
            </a:pPr>
            <a:r>
              <a:t>— MỞ ĐẦU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 i="0">
                <a:solidFill>
                  <a:srgbClr val="FFD166"/>
                </a:solidFill>
                <a:latin typeface="Georgia"/>
              </a:defRPr>
            </a:pPr>
            <a:r>
              <a:t>Đêm trước ngày 20/10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1216152" cy="38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Có một chuyến hành trình nhỏ, mang theo những lời chúc chân thành nhất... dành tặng một người đặc biệt.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66344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 i="1">
                <a:solidFill>
                  <a:srgbClr val="FFE9B8"/>
                </a:solidFill>
                <a:latin typeface="Calibri"/>
              </a:defRPr>
            </a:pPr>
            <a:r>
              <a:t>A little journey carrying the most sincere wishes... for someone truly special.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0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A9AB0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MADE BY NHATHOANG WITH ❤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9A9AB0"/>
                </a:solidFill>
                <a:latin typeface="Calibri"/>
              </a:defRPr>
            </a:pPr>
            <a:r>
              <a:t>— TRẠM 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 i="0">
                <a:solidFill>
                  <a:srgbClr val="FFD166"/>
                </a:solidFill>
                <a:latin typeface="Georgia"/>
              </a:defRPr>
            </a:pPr>
            <a:r>
              <a:t>Trạm 1 · Sức khỏe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1216152" cy="38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Chúc Cô Nga luôn mạnh khỏe — mỗi sáng đến trường đều rạng rỡ như nắng mai.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66344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 i="1">
                <a:solidFill>
                  <a:srgbClr val="FFE9B8"/>
                </a:solidFill>
                <a:latin typeface="Calibri"/>
              </a:defRPr>
            </a:pPr>
            <a:r>
              <a:t>Wishing Ms. Nga lasting health — may every school morning shine as bright as the dawn.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0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A9AB0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MADE BY NHATHOANG WITH ❤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9A9AB0"/>
                </a:solidFill>
                <a:latin typeface="Calibri"/>
              </a:defRPr>
            </a:pPr>
            <a:r>
              <a:t>— TRẠM 2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 i="0">
                <a:solidFill>
                  <a:srgbClr val="FFD166"/>
                </a:solidFill>
                <a:latin typeface="Georgia"/>
              </a:defRPr>
            </a:pPr>
            <a:r>
              <a:t>Trạm 2 · May mắn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1216152" cy="38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Chúc Cô Nga luôn may mắn — như cỏ bốn lá, mọi điều tốt đẹp sẽ tìm đến cô.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66344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 i="1">
                <a:solidFill>
                  <a:srgbClr val="FFE9B8"/>
                </a:solidFill>
                <a:latin typeface="Calibri"/>
              </a:defRPr>
            </a:pPr>
            <a:r>
              <a:t>Wishing Ms. Nga endless luck — like four-leaf clovers, may all good things find their way to 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0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A9AB0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MADE BY NHATHOANG WITH ❤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9A9AB0"/>
                </a:solidFill>
                <a:latin typeface="Calibri"/>
              </a:defRPr>
            </a:pPr>
            <a:r>
              <a:t>— TRẠM 3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 i="0">
                <a:solidFill>
                  <a:srgbClr val="FFD166"/>
                </a:solidFill>
                <a:latin typeface="Georgia"/>
              </a:defRPr>
            </a:pPr>
            <a:r>
              <a:t>Trạm 3 · Xinh đẹp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1216152" cy="38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Chúc Cô Nga mãi xinh đẹp — rạng rỡ như những đóa hoa tháng Mười.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66344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 i="1">
                <a:solidFill>
                  <a:srgbClr val="FFE9B8"/>
                </a:solidFill>
                <a:latin typeface="Calibri"/>
              </a:defRPr>
            </a:pPr>
            <a:r>
              <a:t>Wishing Ms. Nga eternal beauty — radiant as October blossoms.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0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A9AB0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MADE BY NHATHOANG WITH ❤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9A9AB0"/>
                </a:solidFill>
                <a:latin typeface="Calibri"/>
              </a:defRPr>
            </a:pPr>
            <a:r>
              <a:t>— KẾT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 i="0">
                <a:solidFill>
                  <a:srgbClr val="FFD166"/>
                </a:solidFill>
                <a:latin typeface="Georgia"/>
              </a:defRPr>
            </a:pPr>
            <a:r>
              <a:t>20 ·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1216152" cy="38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Chúc mừng ngày Phụ nữ Việt Nam! Tập thể lớp 9C3 kính tặng Cô Nga — cô chủ nhiệm tuyệt vời nhất.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66344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 i="1">
                <a:solidFill>
                  <a:srgbClr val="FFE9B8"/>
                </a:solidFill>
                <a:latin typeface="Calibri"/>
              </a:defRPr>
            </a:pPr>
            <a:r>
              <a:t>Happy Vietnamese Women's Day! From all of class 9C3 to Ms. Nga — our most wonderful homeroom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0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A9AB0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MADE BY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NHATHOANG WITH ❤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229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9A9AB0"/>
                </a:solidFill>
                <a:latin typeface="Calibri"/>
              </a:defRPr>
            </a:pPr>
            <a:r>
              <a:t>— DÀNH TẶNG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 i="0">
                <a:solidFill>
                  <a:srgbClr val="FF8FAB"/>
                </a:solidFill>
                <a:latin typeface="Georgia"/>
              </a:defRPr>
            </a:pPr>
            <a:r>
              <a:t>Các bạn nữ 9C3 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926080"/>
            <a:ext cx="1216152" cy="38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29184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Nhân ngày 20/10, chúc các bạn nữ 9C3 luôn xinh đẹp, học giỏi và tỏa sáng rực rỡ!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75488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 i="1">
                <a:solidFill>
                  <a:srgbClr val="FFE9B8"/>
                </a:solidFill>
                <a:latin typeface="Calibri"/>
              </a:defRPr>
            </a:pPr>
            <a:r>
              <a:t>Wishing all the girls of 9C3 beauty, success and happiness — Happy Vietnamese Women's Day! 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0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A9AB0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MADE BY NHATHOANG WITH ❤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 i="0">
                <a:solidFill>
                  <a:srgbClr val="FFD166"/>
                </a:solidFill>
                <a:latin typeface="Georgia"/>
              </a:defRPr>
            </a:pPr>
            <a:r>
              <a:t>Chúc mừng 20/10!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Kính chúc Cô Nga và các bạn nữ 9C3 luôn xinh đẹp, hạnh phúc và thành công!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 i="1">
                <a:solidFill>
                  <a:srgbClr val="FFE9B8"/>
                </a:solidFill>
                <a:latin typeface="Calibri"/>
              </a:defRPr>
            </a:pPr>
            <a:r>
              <a:t>Happy Vietnamese Women's Day to Ms. Nga and all the girls of 9C3! 💖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0617" y="5545974"/>
            <a:ext cx="4987637" cy="45719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9A9AB0"/>
                </a:solidFill>
                <a:latin typeface="Calibri"/>
              </a:defRPr>
            </a:pPr>
            <a:r>
              <a:t>Tập thể lớp 9C3  ·  20/10/2026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376</Words>
  <Application>Microsoft Office PowerPoint</Application>
  <PresentationFormat>Custom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NoMoreReinstall</cp:lastModifiedBy>
  <cp:revision>2</cp:revision>
  <dcterms:created xsi:type="dcterms:W3CDTF">2013-01-27T09:14:16Z</dcterms:created>
  <dcterms:modified xsi:type="dcterms:W3CDTF">2026-10-19T06:47:28Z</dcterms:modified>
  <cp:category/>
</cp:coreProperties>
</file>